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7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25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9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9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3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74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50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2382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2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27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F6EB2-2302-44D8-A1E0-2CE1C4AD719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566FD5F-EF26-49CF-9280-74520D8A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4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2999232" y="1878308"/>
            <a:ext cx="91927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Title</a:t>
            </a:r>
            <a:r>
              <a:rPr lang="en-US" b="1" dirty="0"/>
              <a:t>:</a:t>
            </a:r>
            <a:r>
              <a:rPr lang="en-US" dirty="0"/>
              <a:t> Mobile Price Prediction Using Machine Learning</a:t>
            </a:r>
            <a:br>
              <a:rPr lang="en-US" dirty="0"/>
            </a:br>
            <a:r>
              <a:rPr lang="en-US" b="1" dirty="0"/>
              <a:t>Subtitle:</a:t>
            </a:r>
            <a:r>
              <a:rPr lang="en-US" dirty="0"/>
              <a:t> Feature Extraction &amp; Model Evaluation</a:t>
            </a:r>
            <a:br>
              <a:rPr lang="en-US" dirty="0"/>
            </a:br>
            <a:r>
              <a:rPr lang="en-US" b="1" dirty="0"/>
              <a:t>By:</a:t>
            </a:r>
            <a:r>
              <a:rPr lang="en-US" dirty="0"/>
              <a:t> Punam </a:t>
            </a:r>
            <a:r>
              <a:rPr lang="en-US" dirty="0" err="1"/>
              <a:t>Sonawane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Tools:</a:t>
            </a:r>
            <a:r>
              <a:rPr lang="en-US" dirty="0"/>
              <a:t> Python, Pandas, </a:t>
            </a:r>
            <a:r>
              <a:rPr lang="en-US" dirty="0" err="1"/>
              <a:t>Scikit</a:t>
            </a:r>
            <a:r>
              <a:rPr lang="en-US" dirty="0"/>
              <a:t>-learn,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/>
              <a:t>Title Slide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3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8296" y="1838441"/>
            <a:ext cx="8476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Mobile </a:t>
            </a:r>
            <a:r>
              <a:rPr lang="en-US" dirty="0"/>
              <a:t>market is highly competitive.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Companies need to understand which features affect mobile price.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Goal: </a:t>
            </a:r>
            <a:r>
              <a:rPr lang="en-US" b="1" dirty="0"/>
              <a:t>Predict mobile phone price based on features using ML.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helps in pricing strategy, marketing, and product analysis.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64008" y="624110"/>
            <a:ext cx="12256008" cy="1280890"/>
          </a:xfrm>
        </p:spPr>
        <p:txBody>
          <a:bodyPr/>
          <a:lstStyle/>
          <a:p>
            <a:pPr algn="ctr"/>
            <a:r>
              <a:rPr lang="en-US" b="1" dirty="0" smtClean="0"/>
              <a:t>Problem </a:t>
            </a:r>
            <a:r>
              <a:rPr lang="en-US" b="1" dirty="0"/>
              <a:t>Statement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3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4328" y="1905000"/>
            <a:ext cx="8982456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Total </a:t>
            </a:r>
            <a:r>
              <a:rPr lang="en-US" dirty="0"/>
              <a:t>records: </a:t>
            </a:r>
            <a:r>
              <a:rPr lang="en-US" b="1" dirty="0"/>
              <a:t>541 rows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Total features: </a:t>
            </a:r>
            <a:r>
              <a:rPr lang="en-US" b="1" dirty="0"/>
              <a:t>11 columns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Key features: RAM, Memory, Battery, Camera, Processor, </a:t>
            </a:r>
            <a:r>
              <a:rPr lang="en-US" dirty="0" err="1"/>
              <a:t>Colour</a:t>
            </a:r>
            <a:r>
              <a:rPr lang="en-US" dirty="0"/>
              <a:t>, Model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Target Variable: </a:t>
            </a:r>
            <a:r>
              <a:rPr lang="en-US" b="1" dirty="0"/>
              <a:t>Price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Dataset contains both numerical &amp; categorical features.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Dataset </a:t>
            </a:r>
            <a:r>
              <a:rPr lang="en-US" b="1" dirty="0"/>
              <a:t>Description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2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9880" y="1655560"/>
            <a:ext cx="4572000" cy="29479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Handled </a:t>
            </a:r>
            <a:r>
              <a:rPr lang="en-US" dirty="0"/>
              <a:t>missing values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Removed inconsistencies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Converted categorical columns using </a:t>
            </a:r>
            <a:r>
              <a:rPr lang="en-US" b="1" dirty="0"/>
              <a:t>One-Hot Encoding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Numerical columns scaled using </a:t>
            </a:r>
            <a:r>
              <a:rPr lang="en-US" b="1" dirty="0" err="1"/>
              <a:t>StandardScaler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Train-test split: </a:t>
            </a:r>
            <a:r>
              <a:rPr lang="en-US" b="1" dirty="0"/>
              <a:t>80% train / 20% test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73152" y="624110"/>
            <a:ext cx="12265152" cy="1280890"/>
          </a:xfrm>
        </p:spPr>
        <p:txBody>
          <a:bodyPr/>
          <a:lstStyle/>
          <a:p>
            <a:pPr algn="ctr"/>
            <a:r>
              <a:rPr lang="en-US" b="1" dirty="0" smtClean="0"/>
              <a:t>Data </a:t>
            </a:r>
            <a:r>
              <a:rPr lang="en-US" b="1" dirty="0"/>
              <a:t>Preprocessing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7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1008" y="1728712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Used </a:t>
            </a:r>
            <a:r>
              <a:rPr lang="en-US" b="1" dirty="0" err="1"/>
              <a:t>SelectKBest</a:t>
            </a:r>
            <a:r>
              <a:rPr lang="en-US" b="1" dirty="0"/>
              <a:t> (</a:t>
            </a:r>
            <a:r>
              <a:rPr lang="en-US" b="1" dirty="0" err="1"/>
              <a:t>f_regression</a:t>
            </a:r>
            <a:r>
              <a:rPr lang="en-US" b="1" dirty="0"/>
              <a:t>)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Analyzed </a:t>
            </a:r>
            <a:r>
              <a:rPr lang="en-US" b="1" dirty="0"/>
              <a:t>correlation </a:t>
            </a:r>
            <a:r>
              <a:rPr lang="en-US" b="1" dirty="0" err="1"/>
              <a:t>heatmap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Extracted numeric information from text columns (e.g., RAM → 8GB ⇒ 8)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Identified most important features for price prediction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Feature </a:t>
            </a:r>
            <a:r>
              <a:rPr lang="en-US" b="1" dirty="0"/>
              <a:t>Extraction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2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9880" y="1799682"/>
            <a:ext cx="77022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Trained </a:t>
            </a:r>
            <a:r>
              <a:rPr lang="en-US" dirty="0"/>
              <a:t>multiple ML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Boosting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(if available)</a:t>
            </a:r>
          </a:p>
          <a:p>
            <a:r>
              <a:rPr lang="en-US" dirty="0"/>
              <a:t>All models compared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R² Score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RMSE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Models </a:t>
            </a:r>
            <a:r>
              <a:rPr lang="en-US" b="1" dirty="0"/>
              <a:t>Trained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4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4160" y="1905000"/>
            <a:ext cx="6723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After </a:t>
            </a:r>
            <a:r>
              <a:rPr lang="en-US" dirty="0"/>
              <a:t>evaluation, </a:t>
            </a:r>
            <a:r>
              <a:rPr lang="en-US" b="1" dirty="0"/>
              <a:t>Random Forest </a:t>
            </a:r>
            <a:r>
              <a:rPr lang="en-US" b="1" dirty="0" err="1"/>
              <a:t>Regressor</a:t>
            </a:r>
            <a:r>
              <a:rPr lang="en-US" b="1" dirty="0"/>
              <a:t> performed best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Achieved highest R² score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Gave lowest error (RMSE &amp; MAE)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Random Forest selected as final model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Best </a:t>
            </a:r>
            <a:r>
              <a:rPr lang="en-US" b="1" dirty="0"/>
              <a:t>Model Selection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016" y="1822716"/>
            <a:ext cx="602894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Top </a:t>
            </a:r>
            <a:r>
              <a:rPr lang="en-US" dirty="0"/>
              <a:t>important features influencing price: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Memory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Battery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Camera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 (if present)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Feature </a:t>
            </a:r>
            <a:r>
              <a:rPr lang="en-US" b="1" dirty="0"/>
              <a:t>Importance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94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9024" y="190500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Include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R² Score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RMSE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 table of all models (from your </a:t>
            </a:r>
            <a:r>
              <a:rPr lang="en-US" dirty="0" err="1"/>
              <a:t>results_df</a:t>
            </a:r>
            <a:r>
              <a:rPr lang="en-US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Model </a:t>
            </a:r>
            <a:r>
              <a:rPr lang="en-US" b="1" dirty="0"/>
              <a:t>Evaluation Results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31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9024" y="1640564"/>
            <a:ext cx="56540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Correlation </a:t>
            </a:r>
            <a:r>
              <a:rPr lang="en-US" dirty="0" err="1"/>
              <a:t>heatmap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Price distribution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Boxplots (RAM </a:t>
            </a:r>
            <a:r>
              <a:rPr lang="en-US" dirty="0" err="1"/>
              <a:t>vs</a:t>
            </a:r>
            <a:r>
              <a:rPr lang="en-US" dirty="0"/>
              <a:t> Price, Battery </a:t>
            </a:r>
            <a:r>
              <a:rPr lang="en-US" dirty="0" err="1"/>
              <a:t>vs</a:t>
            </a:r>
            <a:r>
              <a:rPr lang="en-US" dirty="0"/>
              <a:t> Price etc.)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Feature importance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24944" cy="1280890"/>
          </a:xfrm>
        </p:spPr>
        <p:txBody>
          <a:bodyPr/>
          <a:lstStyle/>
          <a:p>
            <a:pPr algn="ctr"/>
            <a:r>
              <a:rPr lang="en-US" b="1" dirty="0" smtClean="0"/>
              <a:t>Visualizations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6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3392" y="1911592"/>
            <a:ext cx="94366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Mobile </a:t>
            </a:r>
            <a:r>
              <a:rPr lang="en-US" dirty="0"/>
              <a:t>price depends mainly on RAM, Memory, Battery, Camera &amp; Processor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Random Forest is best for this prediction task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Feature extraction improved model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can assist businesses with pricing strategy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Conclusion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9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1905000"/>
            <a:ext cx="4572000" cy="170168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dirty="0"/>
              <a:t>deep learning models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dataset quality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more mobile specifications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 as a web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624110"/>
            <a:ext cx="12192000" cy="1280890"/>
          </a:xfrm>
        </p:spPr>
        <p:txBody>
          <a:bodyPr/>
          <a:lstStyle/>
          <a:p>
            <a:pPr algn="ctr"/>
            <a:r>
              <a:rPr lang="en-US" b="1" dirty="0" smtClean="0"/>
              <a:t>Future </a:t>
            </a:r>
            <a:r>
              <a:rPr lang="en-US" b="1" dirty="0"/>
              <a:t>Scope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6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19</TotalTime>
  <Words>324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Title Slide </vt:lpstr>
      <vt:lpstr>Problem Statement </vt:lpstr>
      <vt:lpstr>Dataset Description </vt:lpstr>
      <vt:lpstr>Data Preprocessing </vt:lpstr>
      <vt:lpstr>Feature Extraction </vt:lpstr>
      <vt:lpstr>Models Trained </vt:lpstr>
      <vt:lpstr>Best Model Selection </vt:lpstr>
      <vt:lpstr>Feature Importance </vt:lpstr>
      <vt:lpstr>Model Evaluation Results </vt:lpstr>
      <vt:lpstr>Visualizations </vt:lpstr>
      <vt:lpstr>Conclusion </vt:lpstr>
      <vt:lpstr>Future Scope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punam</dc:creator>
  <cp:lastModifiedBy>punam</cp:lastModifiedBy>
  <cp:revision>3</cp:revision>
  <dcterms:created xsi:type="dcterms:W3CDTF">2025-11-17T10:17:06Z</dcterms:created>
  <dcterms:modified xsi:type="dcterms:W3CDTF">2025-11-17T10:36:58Z</dcterms:modified>
</cp:coreProperties>
</file>